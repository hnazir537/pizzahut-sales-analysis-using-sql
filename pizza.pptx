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20"/>
  </p:notesMasterIdLst>
  <p:handoutMasterIdLst>
    <p:handoutMasterId r:id="rId21"/>
  </p:handoutMasterIdLst>
  <p:sldIdLst>
    <p:sldId id="298" r:id="rId4"/>
    <p:sldId id="319" r:id="rId5"/>
    <p:sldId id="322" r:id="rId6"/>
    <p:sldId id="336" r:id="rId7"/>
    <p:sldId id="335" r:id="rId8"/>
    <p:sldId id="340" r:id="rId9"/>
    <p:sldId id="337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3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2D7"/>
    <a:srgbClr val="FFFFFF"/>
    <a:srgbClr val="FFAFA4"/>
    <a:srgbClr val="F2ACA9"/>
    <a:srgbClr val="FFB3A6"/>
    <a:srgbClr val="C8A5B1"/>
    <a:srgbClr val="F3DF9B"/>
    <a:srgbClr val="E6D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32" autoAdjust="0"/>
    <p:restoredTop sz="86462" autoAdjust="0"/>
  </p:normalViewPr>
  <p:slideViewPr>
    <p:cSldViewPr snapToGrid="0">
      <p:cViewPr varScale="1">
        <p:scale>
          <a:sx n="54" d="100"/>
          <a:sy n="54" d="100"/>
        </p:scale>
        <p:origin x="396" y="6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8/10/relationships/authors" Target="authors.xml"/><Relationship Id="rId3" Type="http://schemas.openxmlformats.org/officeDocument/2006/relationships/slideMaster" Target="slideMasters/slideMaster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C6B4B7-5B04-9AD8-5D6A-8846B9A2B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FBE4B-FBF7-BD1A-139F-83C286BC84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0BAC-FB81-492E-97B7-A02B7B36BE0F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19583-E7E7-5714-7287-DE2308D2A6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9DF6-D32F-D283-FFE9-E677A74D18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7EC48-817D-441E-A589-E61E6F198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7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F63F-D7E1-5B66-A35A-A15AAFD7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19C04-03E9-10F0-993D-805BD0F73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141E-8F94-3EF2-97B0-4EDE44796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C62F-0F69-C176-1A65-4749B6E6B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49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4C02-A582-1101-521E-880A77E7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5B78F-1EF8-AFC5-1438-ABB8F6079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68880-7E3F-581B-B9B4-2A3ADF324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BDEE-DD6F-3E49-AEC6-EA2CCD79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442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395F-EE71-3FB3-09A8-871E3B26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634EB-BBB3-C649-B4B1-BACDEB740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8A0E6-E0A2-6430-C74C-6DEFB01A6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95D92-07EF-0C39-45DB-D8BC038E7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861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E171-D0B9-EB88-23FF-76664FF4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618FC-5CEB-B057-515B-FEB285241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94554-102B-3F4A-91D1-0B8AA94D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E5087-E7FB-296D-48B7-E21CF0DBF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544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697A-4A2F-5E69-DC0A-920BF786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58DF2-F737-BCCC-C851-7A46E613E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985FA-73C9-9387-6FDA-1CA1240D0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FF86F-A1FE-0A0A-9A5B-92BE350CE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265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B7DB-1751-2E89-46F0-A88780A7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68B5F-E531-F13D-FCAA-815F6DACD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29BFC-BB8B-7037-B81B-EC5FAE719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38A36-ABCA-2865-C7FB-82BBB9706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002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4F64-8D1F-D800-C76C-673BE1EB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434DF-FE11-EBC6-AF4C-B3B674BE2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3E4AA-3E00-33E2-CD5E-FE64F8ECB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77DA0-DAA7-1892-49CA-C5C98EAF3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43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1AC2-78E8-EAE2-DD3B-6AB53AC6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BC8E2-F2FB-F5AF-2668-4A0701F8B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4DC63-1ACB-FDCF-F247-994F5E4F0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CA9F-8E22-66E9-66BF-9D38E8D63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014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D61C-D78E-2DB6-B29C-72F94ACE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92E8E-7CD3-0287-917B-26ADE21C7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85F8A-2D94-D2DC-C32B-EDA641B28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F0724-FAE3-0B65-DBAD-4A96A04AC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170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9E93-AA81-1811-BD58-F31E1A74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B10B6-7154-B7D9-71BF-638BB4F3D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E743F-2EEE-04F6-1B20-A512E888D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BA60-764A-8358-9B5A-F3C29E59B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010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3D3E-2E0F-4B22-9CAC-29B1CD5E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41A8A-3BC7-A85A-DFB9-56DE4C4F7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44510-FBB7-59F4-9BA3-7EC6E7B00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8F5A0-C70A-8BF3-189E-099619A3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935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DFCD-D3E7-3E75-1CF7-072CBBD4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A2489-D8A6-01D5-EC18-D50BD7983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B7344-B35F-E777-84CE-FA6D28C3D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884AF-64D2-474A-3712-0A3E662C4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98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9836-DB0F-5544-F8AA-D801F70E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C301C-42F9-6FDF-6C3A-4860FC276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E38BD-C325-BCDD-618C-478A60AA6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76949-AB10-0E8D-74D5-B1C4431C1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960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5F81-BDD9-E2F9-E5BD-0A7B7C69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B6067-19A8-72BD-0633-EBEB5EB65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C9F0F-B9E9-E524-592A-E97445C0E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D897F-6B4F-B5CD-0A27-FA9EFA0D2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13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2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D69E3-FFC8-340B-E0C7-BAB5168FE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69" y="3864"/>
            <a:ext cx="12178261" cy="6850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2792" y="0"/>
            <a:ext cx="10186416" cy="6858000"/>
          </a:xfrm>
        </p:spPr>
        <p:txBody>
          <a:bodyPr tIns="91440" anchor="ctr">
            <a:noAutofit/>
          </a:bodyPr>
          <a:lstStyle>
            <a:lvl1pPr algn="ctr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71228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11DD4-DAC6-3F0A-375C-8734155CED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08" y="4054"/>
            <a:ext cx="12177584" cy="6849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816" y="451406"/>
            <a:ext cx="594360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1211" y="1182614"/>
            <a:ext cx="4832430" cy="82296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05066B-CAE4-A78C-2A64-12177259717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13" y="2372810"/>
            <a:ext cx="4832428" cy="3819646"/>
          </a:xfrm>
        </p:spPr>
        <p:txBody>
          <a:bodyPr tIns="182880">
            <a:norm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6A0E-C4E1-C08D-1AFA-FC41F2BD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 bIns="0"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50088" y="4688450"/>
            <a:ext cx="4832431" cy="941832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7613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D07426-496A-EEDB-DB53-15DA6D953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21446-DF3F-3352-E38A-4ADECA56C50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65475" y="2556387"/>
            <a:ext cx="8237726" cy="35142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283464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2pPr>
            <a:lvl3pPr marL="12001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3pPr>
            <a:lvl4pPr marL="16573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4pPr>
            <a:lvl5pPr marL="21145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B1BAA-0BBA-094D-36BB-52209C5744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775" y="-7257"/>
            <a:ext cx="1216946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0280" y="532435"/>
            <a:ext cx="5924874" cy="5868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06E5D-F0FF-0F55-C4FF-7DD177C58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0654" y="960120"/>
            <a:ext cx="4621593" cy="3145536"/>
          </a:xfrm>
        </p:spPr>
        <p:txBody>
          <a:bodyPr/>
          <a:lstStyle>
            <a:lvl1pPr algn="ctr">
              <a:defRPr sz="5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6AF09F6-0A31-C3AA-DF3A-7E062458E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0654" y="4768520"/>
            <a:ext cx="4621593" cy="729206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30A96-253C-806E-DA56-9C892971C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1499" y="-8626"/>
            <a:ext cx="4227271" cy="688975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81E90A88-865C-F9ED-C2BB-25421BBEA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A3B1C17-899D-2FE2-0B01-60643853FB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8721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defRPr sz="1800"/>
            </a:lvl1pPr>
            <a:lvl2pPr indent="-283464">
              <a:defRPr sz="1600"/>
            </a:lvl2pPr>
            <a:lvl3pPr indent="-283464">
              <a:defRPr sz="1400"/>
            </a:lvl3pPr>
            <a:lvl4pPr indent="-283464">
              <a:defRPr sz="1200"/>
            </a:lvl4pPr>
            <a:lvl5pPr indent="-283464"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288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3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28253-E3DA-6D81-345D-04C29F719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696E5A-37E4-7844-655B-462912CE36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123" y="-899"/>
            <a:ext cx="165735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58E6485-C17B-2771-87BA-0398E09E18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165475" y="2555875"/>
            <a:ext cx="8237538" cy="3620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E5B0F-FC85-2832-52DD-74B32C94F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1439" y="451406"/>
            <a:ext cx="10354906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09997" y="1100989"/>
            <a:ext cx="9464150" cy="921683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algn="ctr"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558C2-5388-26DA-C2BE-AC226426CD2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79615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2D1E30A-3770-4825-553A-18C9DD79385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1344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A6BBBB3-641A-CFC0-516F-63B74C40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7091362" cy="34718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4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F6EF2A-D737-1D2B-9BD8-C4AFD04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10149840" cy="34718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3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07E53-1889-5FED-84AB-36B4B655B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0090" y="1"/>
            <a:ext cx="7626710" cy="6857046"/>
          </a:xfrm>
        </p:spPr>
        <p:txBody>
          <a:bodyPr bIns="0" anchor="ctr">
            <a:noAutofit/>
          </a:bodyPr>
          <a:lstStyle>
            <a:lvl1pPr algn="l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4A964A-4098-65AF-D012-2925365FB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0588" y="-953"/>
            <a:ext cx="32004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1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DC7EA-10AE-1A0E-D197-CAB9FBAC9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389" y="0"/>
            <a:ext cx="121665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B76D1-7BAB-95CC-D082-E5857BA2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061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52415-529E-A5FD-DC37-5D14118B5B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4423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F759D5-1499-DEC7-BEAE-9ADBC4D3525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46163" y="2304733"/>
            <a:ext cx="2713037" cy="3760787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1pPr>
            <a:lvl2pPr marL="50292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2pPr>
            <a:lvl3pPr marL="68580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3pPr>
            <a:lvl4pPr marL="86868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4pPr>
            <a:lvl5pPr marL="105156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152CA30-831A-8375-BB30-3BC996DB9AE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66468" y="2304733"/>
            <a:ext cx="4972858" cy="3760788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1pPr>
            <a:lvl2pPr marL="7452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2pPr>
            <a:lvl3pPr marL="12024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3pPr>
            <a:lvl4pPr marL="16596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4pPr>
            <a:lvl5pPr marL="21168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362880-674E-FD38-9934-5A4AAEB4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63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556C0-01A0-755F-2117-1A2AE6158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70"/>
            <a:ext cx="12192000" cy="68450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19" y="70439"/>
            <a:ext cx="12178162" cy="3533581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2F2E-49BF-E18A-D886-72AEA30E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1879" y="3645514"/>
            <a:ext cx="8009681" cy="731838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r>
              <a:rPr lang="en-US" dirty="0"/>
              <a:t>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AB62AB-B562-C5FF-87CB-C3F72C70A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4826000"/>
            <a:ext cx="4001770" cy="590174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0E5B37-CF3B-656F-77B2-E3393E957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7560" y="4826000"/>
            <a:ext cx="4001770" cy="590174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2334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93716"/>
            <a:ext cx="10149840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93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8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763867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853FA9-5039-030A-0DE6-246C9F50A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1818" y="5571597"/>
            <a:ext cx="2743200" cy="154708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79" r:id="rId3"/>
    <p:sldLayoutId id="2147483653" r:id="rId4"/>
    <p:sldLayoutId id="2147483657" r:id="rId5"/>
    <p:sldLayoutId id="2147483681" r:id="rId6"/>
    <p:sldLayoutId id="2147483680" r:id="rId7"/>
    <p:sldLayoutId id="2147483662" r:id="rId8"/>
    <p:sldLayoutId id="2147483683" r:id="rId9"/>
    <p:sldLayoutId id="2147483684" r:id="rId10"/>
    <p:sldLayoutId id="2147483654" r:id="rId11"/>
    <p:sldLayoutId id="2147483667" r:id="rId12"/>
    <p:sldLayoutId id="2147483665" r:id="rId13"/>
    <p:sldLayoutId id="2147483685" r:id="rId14"/>
    <p:sldLayoutId id="214748368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nazir537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inkedin.com/in/nazir-hussain-eng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26165F-7820-1D40-988A-76F18A38F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792" y="0"/>
            <a:ext cx="10186416" cy="4168239"/>
          </a:xfrm>
        </p:spPr>
        <p:txBody>
          <a:bodyPr/>
          <a:lstStyle/>
          <a:p>
            <a:r>
              <a:rPr lang="en-US" b="1" dirty="0" err="1"/>
              <a:t>Pizzahut</a:t>
            </a:r>
            <a:r>
              <a:rPr lang="en-US" b="1" dirty="0"/>
              <a:t> sales analysis</a:t>
            </a:r>
            <a:br>
              <a:rPr lang="en-US" b="1" dirty="0"/>
            </a:br>
            <a:r>
              <a:rPr lang="en-US" b="1" dirty="0"/>
              <a:t>using </a:t>
            </a:r>
            <a:r>
              <a:rPr lang="en-US" b="1" dirty="0" err="1"/>
              <a:t>sql</a:t>
            </a:r>
            <a:endParaRPr lang="en-US" b="1" dirty="0"/>
          </a:p>
        </p:txBody>
      </p:sp>
      <p:pic>
        <p:nvPicPr>
          <p:cNvPr id="1026" name="Picture 2" descr="Pizza – Pizzazza Speisekarte , Rezept: Original italienische Pizza – DFLASJ">
            <a:extLst>
              <a:ext uri="{FF2B5EF4-FFF2-40B4-BE49-F238E27FC236}">
                <a16:creationId xmlns:a16="http://schemas.microsoft.com/office/drawing/2014/main" id="{8413F8BF-55FA-A081-7977-F29796FED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89119"/>
            <a:ext cx="5740400" cy="259475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3DF0D82-BC27-DE79-06BD-89EEB560609A}"/>
              </a:ext>
            </a:extLst>
          </p:cNvPr>
          <p:cNvSpPr/>
          <p:nvPr/>
        </p:nvSpPr>
        <p:spPr>
          <a:xfrm>
            <a:off x="2446317" y="564077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0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7E9F-66A3-E732-9882-01922300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AD8753-B2FF-7A09-5A9C-053D3E93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cap="none" dirty="0">
                <a:solidFill>
                  <a:srgbClr val="002060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8CBC11D-6840-21B9-CA4B-E2D630DE9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3D3942-6738-F00F-BB81-140D4BEDC332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2607336" y="2370955"/>
            <a:ext cx="559546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This project analyzes Pizza Hut sales data using SQL to identify sales trends, customer preferences, and revenue patterns. The analysis provides valuable insights into business performance and supports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58109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3A09-8EE1-0589-6584-5A80C8CB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8314A1D-E8CE-C7A5-477D-AC830108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600" dirty="0"/>
              <a:t>Retrieve the total number of orders placed.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08D0CEA6-AF38-AE14-6270-D7ACE6E8FE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7E452B-0B17-6FCB-6AA0-20259C09A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917" y="5065888"/>
            <a:ext cx="2732617" cy="1334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3E4D2-222C-2A26-8B9C-AAD895103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243" y="1938593"/>
            <a:ext cx="8934536" cy="289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8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18E4-3411-9DBA-3D23-66A31F633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EB5A4F26-A68D-5937-867D-25C9CE14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580" y="-130255"/>
            <a:ext cx="9521919" cy="1463591"/>
          </a:xfrm>
        </p:spPr>
        <p:txBody>
          <a:bodyPr anchor="b"/>
          <a:lstStyle/>
          <a:p>
            <a:r>
              <a:rPr lang="en-US" sz="4000" dirty="0"/>
              <a:t>Calculate the total revenue generated from pizza sales.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884273E5-7FD5-FC21-ADE8-5F87811C6F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47EE99-FE8F-E091-69FC-78D7EACDC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1873968"/>
            <a:ext cx="8912644" cy="295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FDB6F6-D7F0-6C14-932B-C21A287D0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925" y="5366019"/>
            <a:ext cx="3081230" cy="124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721C-A755-7F45-F110-C65BD7A7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16890E6-DF38-BC74-7F38-8C7AC5AA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dirty="0"/>
              <a:t>Identify the highest-priced pizza.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6E841202-6FDD-87E5-AF5F-E6CEC6567B1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E75F0A-F1B6-9FA1-7230-5C820B60C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1948333"/>
            <a:ext cx="8922660" cy="2178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0148A3-9861-5233-C2D3-AA71CBE94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671" y="5177642"/>
            <a:ext cx="2178547" cy="12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3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42FF-CA6F-458F-E4FB-930CF23C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2DF9FEE4-2268-4D23-41AE-A9C448BF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600" dirty="0"/>
              <a:t>Identify the most common pizza size ordered.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4283C2CD-4695-192D-ABD6-00EC4CA58C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B25121-58F3-0FE8-799C-757D6400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2117840"/>
            <a:ext cx="8922660" cy="2537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CF2F8C-B9FB-2317-D5F8-7BCF08CDF4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8925" y="5152038"/>
            <a:ext cx="2411297" cy="121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7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0874-6753-C42A-7771-1CA4E42E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4FB450C-79D6-DE8A-A7B5-07EFA200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14" y="76946"/>
            <a:ext cx="9521919" cy="1787480"/>
          </a:xfrm>
        </p:spPr>
        <p:txBody>
          <a:bodyPr anchor="b"/>
          <a:lstStyle/>
          <a:p>
            <a:r>
              <a:rPr lang="en-US" sz="3200" dirty="0"/>
              <a:t>List the top 5 most ordered pizza types along with their quantities.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7809E6EE-88C6-1619-0EAB-73DC8286CF8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AC329D-7610-8B41-555F-8FA6FB21D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612" y="5047014"/>
            <a:ext cx="2954378" cy="1322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131A09-B561-194D-3A0B-E6ABCAD769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285" y="1968050"/>
            <a:ext cx="8887034" cy="265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0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7170-BEF4-2213-6ABE-9EB5D28E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A7D8BC2-59D1-1AB7-0D08-8C76B4B9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find the total quantity of each pizza category ordered.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469D1FC8-9F63-1BC3-99C3-F0909F5AC6E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451827-9876-849F-94FF-605C76857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1841156"/>
            <a:ext cx="8863284" cy="2463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AD0C78-D2F4-6309-8E0E-F2762E992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451" y="5201392"/>
            <a:ext cx="1926883" cy="11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6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DB17-6278-B888-BFBD-28750B66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15B5F3C4-C55F-117F-9930-746BAB7E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2800" dirty="0"/>
              <a:t>Determine the distribution of orders by hour of the day.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011ADAAB-1458-368C-65E2-467FFFBE1EC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79F9FB-DD72-5939-F6E4-668C21E3A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1948333"/>
            <a:ext cx="8922660" cy="2493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2CF259-A898-D671-E20B-47E35FD9A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877" y="4938282"/>
            <a:ext cx="1579450" cy="144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2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BF85-9BEC-FFEC-0F56-37A07CB2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1A3202B1-3AFE-5623-0ABB-DE863A5B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2800" dirty="0"/>
              <a:t>find the category-wise distribution of pizzas.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DB576C91-40AC-A259-74A0-7A5463AC4C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262385-52BB-EE20-A486-17A2A77AE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4" y="2254431"/>
            <a:ext cx="8875159" cy="2301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88280-A4B4-EE51-A4A1-EE2F144E9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999" y="5152038"/>
            <a:ext cx="1852709" cy="123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9C25-FFD1-E9F0-8CFA-BE322A3D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029B0C76-0E0F-FE7F-BAC7-75F70629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Group the orders by date and calculate the average number of pizzas ordered per day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6983C33B-61DE-D23A-EEAF-0026CBB151C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B4E62D-5FF0-5D88-5512-DD0DF14A9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880" y="2444699"/>
            <a:ext cx="8560240" cy="1968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BD5AD4-52B0-4E68-9959-2E32B16CD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3229" y="3235315"/>
            <a:ext cx="825542" cy="3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BC87-8D03-3A56-20C8-2D199494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993F8DEB-8DE0-6289-DDFD-AE03D5DC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Determine the top 3 most ordered pizza types based on revenue.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E2B8328E-BEF0-7ECA-9B4A-8E87B7B9363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1769B-F24B-C7A4-4F16-5ECC5A307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4" y="1821228"/>
            <a:ext cx="8875159" cy="30832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597B0-7BD6-0D4F-6B64-4CD0D81C0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541" y="5391398"/>
            <a:ext cx="2511796" cy="10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8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8B10-98E7-9CD1-D4F1-72D4AF5F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0D978C4A-E6A8-5B3E-691B-4F8CBDE5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Calculate the percentage contribution of each pizza type to total revenue.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38AD0AB7-5510-DA36-BB19-4A19742998D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9A0D9A-F586-2332-8305-BF4AC8409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765" y="5500522"/>
            <a:ext cx="1104957" cy="8445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9C9BC7-6D01-9740-28B3-5BAB58AD5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285" y="1823823"/>
            <a:ext cx="9393714" cy="360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3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BBB1-0FD1-1079-EAA2-761718BF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FFE9AE15-8271-232E-C5CC-9CAD0299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Analyze the cumulative revenue generated over time.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4C90D2FD-437E-BCB4-4923-138D44FC691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6DBD71-559A-9ECE-D0F7-693DCE07C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708" y="1948333"/>
            <a:ext cx="8985987" cy="2540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388613-9EC2-4FB2-7CFB-B01EBDD32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169" y="5118265"/>
            <a:ext cx="2404556" cy="131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9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6D6E-7A1B-242A-3DE6-A137233F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5C5765-820C-48F6-7AA3-68D6042B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285" y="242371"/>
            <a:ext cx="9521919" cy="1463591"/>
          </a:xfrm>
        </p:spPr>
        <p:txBody>
          <a:bodyPr anchor="b"/>
          <a:lstStyle/>
          <a:p>
            <a:r>
              <a:rPr lang="en-US" sz="3200" dirty="0"/>
              <a:t>Determine the top 3 most ordered pizza types based on revenue for each pizza category.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3EC388A4-D80E-8910-C567-31F8D84DBFE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1" y="0"/>
            <a:ext cx="2798284" cy="688975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0D4784-9ACB-68E7-CC0B-CFB939DEF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285" y="1705962"/>
            <a:ext cx="8993912" cy="2972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086E20-590B-55CD-7320-ECD589A6C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2462" y="5152038"/>
            <a:ext cx="2643393" cy="122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09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3DDD-5E35-46D0-0102-2C296FFD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" y="70439"/>
            <a:ext cx="12178162" cy="35335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655E-4E07-A234-D449-E79AFF696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879" y="3645514"/>
            <a:ext cx="8009681" cy="731838"/>
          </a:xfrm>
        </p:spPr>
        <p:txBody>
          <a:bodyPr/>
          <a:lstStyle/>
          <a:p>
            <a:pPr lvl="0"/>
            <a:r>
              <a:rPr lang="en-US" noProof="0" dirty="0"/>
              <a:t>Nazir Hussain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A1C9A-CBD4-DF94-E4C4-43F01C82D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18806" y="4826000"/>
            <a:ext cx="2731324" cy="590174"/>
          </a:xfrm>
        </p:spPr>
        <p:txBody>
          <a:bodyPr>
            <a:noAutofit/>
          </a:bodyPr>
          <a:lstStyle/>
          <a:p>
            <a:pPr lvl="0"/>
            <a:r>
              <a:rPr lang="en-US" sz="2800" dirty="0" err="1">
                <a:solidFill>
                  <a:srgbClr val="F0532B"/>
                </a:solidFill>
                <a:hlinkClick r:id="rId3"/>
              </a:rPr>
              <a:t>github</a:t>
            </a:r>
            <a:r>
              <a:rPr lang="en-US" sz="2800" dirty="0">
                <a:solidFill>
                  <a:srgbClr val="F0532B"/>
                </a:solidFill>
                <a:hlinkClick r:id="rId3"/>
              </a:rPr>
              <a:t> link</a:t>
            </a:r>
            <a:endParaRPr lang="en-US" sz="2800" noProof="0" dirty="0">
              <a:solidFill>
                <a:srgbClr val="0070C0"/>
              </a:solidFill>
              <a:hlinkClick r:id="rId3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38B90-7BBC-6851-EEB1-12D13B138F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0236" y="4826000"/>
            <a:ext cx="2731324" cy="590174"/>
          </a:xfrm>
        </p:spPr>
        <p:txBody>
          <a:bodyPr>
            <a:normAutofit/>
          </a:bodyPr>
          <a:lstStyle/>
          <a:p>
            <a:pPr lvl="0"/>
            <a:r>
              <a:rPr lang="en-US" sz="2400" noProof="0" dirty="0" err="1">
                <a:hlinkClick r:id="rId4"/>
              </a:rPr>
              <a:t>linkedin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2137532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670762_wac_SD_V12" id="{7A12FC3B-6876-4B64-BD29-85411680474D}" vid="{FAF419BD-AB88-4BA8-B634-A11C4B16F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C01411-FC44-465B-AE6A-48D449341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A918A9-726B-4A91-8209-236B8401AF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44</TotalTime>
  <Words>199</Words>
  <Application>Microsoft Office PowerPoint</Application>
  <PresentationFormat>Widescreen</PresentationFormat>
  <Paragraphs>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Century Gothic</vt:lpstr>
      <vt:lpstr>Custom</vt:lpstr>
      <vt:lpstr>Pizzahut sales analysis using sql</vt:lpstr>
      <vt:lpstr>Introduction</vt:lpstr>
      <vt:lpstr>Retrieve the total number of orders placed.</vt:lpstr>
      <vt:lpstr>Calculate the total revenue generated from pizza sales.</vt:lpstr>
      <vt:lpstr>Identify the highest-priced pizza.</vt:lpstr>
      <vt:lpstr>Identify the most common pizza size ordered.</vt:lpstr>
      <vt:lpstr>List the top 5 most ordered pizza types along with their quantities.</vt:lpstr>
      <vt:lpstr>find the total quantity of each pizza category ordered.</vt:lpstr>
      <vt:lpstr>Determine the distribution of orders by hour of the day.</vt:lpstr>
      <vt:lpstr>find the category-wise distribution of pizzas.</vt:lpstr>
      <vt:lpstr>Group the orders by date and calculate the average number of pizzas ordered per day</vt:lpstr>
      <vt:lpstr>Determine the top 3 most ordered pizza types based on revenue.</vt:lpstr>
      <vt:lpstr>Calculate the percentage contribution of each pizza type to total revenue.</vt:lpstr>
      <vt:lpstr>Analyze the cumulative revenue generated over time.</vt:lpstr>
      <vt:lpstr>Determine the top 3 most ordered pizza types based on revenue for each pizza category.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nazir hussain.   220436</dc:creator>
  <cp:lastModifiedBy>nazir hussain.   220436</cp:lastModifiedBy>
  <cp:revision>5</cp:revision>
  <dcterms:created xsi:type="dcterms:W3CDTF">2026-06-07T07:29:57Z</dcterms:created>
  <dcterms:modified xsi:type="dcterms:W3CDTF">2026-06-08T04:20:34Z</dcterms:modified>
</cp:coreProperties>
</file>